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GAS×生成AIでつくる！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事務職のための業務Webアプリ内製化講座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プログラミング未経験でも47分で実用アプリが作れる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全5回 | 各9-10分 | 無料で実践可能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こんな課題を抱えていませんか？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📄 紙やExcelで情報が分散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 必要な情報を探すだけで時間がかかる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⏰ 定型業務の手入力が多い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 日報・見積書で月12.3時間の非効率作業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❌ 転記ミスが発生する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 月3〜5件の記載漏れ・転記ミス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🔒 業務が属人化している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→ 担当者しか分からず引き継ぎが困難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この講座で実現できること（Before / After）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❌ Before（現状）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✅ After（受講後）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日報作成：15分/回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データ集計：30分/回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見積書作成：20分/回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転記ミス：月3〜5件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属人化で引き継ぎ困難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IT部門に依存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日報作成：10分/回（33%削減）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データ集計：5分/回（83%削減）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見積書作成：5分/回（75%削減）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転記ミス：ほぼゼロ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自分でアプリ内製可能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IT部門不要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023360"/>
            <a:ext cx="3657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合計削減時間：月8.3時間 → 年間約100時間の業務削減！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講座の概要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931920" cy="1188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36576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📋 対象者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プログラミング未経験の事務職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業務効率化に関心がある方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Google Workspaceユーザー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1188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463040"/>
            <a:ext cx="36576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⏱️ 学習時間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全5回、合計47分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1回あたり9〜10分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スキマ時間で学習可能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931920" cy="1188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34640"/>
            <a:ext cx="36576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🛠️ 使用ツール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Google Apps Script (GAS)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ChatGPT / Gemini / Claude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Googleフォーム等（すべて無料）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834640"/>
            <a:ext cx="36576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💻 必要な環境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32918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Webブラウザのみ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5204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Googleアカウント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749040"/>
            <a:ext cx="35661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• プログラミング経験：不要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カリキュラム（全5回）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第1回：GAS×AIで業務アプリを構築！まず必要な準備とは？（9分）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🎯 GAS×AIの全体像を理解し、開発の流れをイメージ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4028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第2回：AIと一緒に作る！日報管理アプリの下書き生成（10分）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🎯 Googleフォーム作成、AIでGASコード生成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9184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第3回：完成！GASで動く日報アプリとGoogleサイト公開（9分）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🎯 トリガー設定で自動化を完成させ、公開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カリキュラム（全5回）- 続き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第4回：見積書をAIに作らせる！Docsテンプレート×GAS自動化（10分）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</a:rPr>
              <a:t>🎯 Google Docsテンプレート、GASで自動差し込み・PDF生成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Docsテンプレート作成 | ChatGPTでGASコード生成 | 応用例：請求書、契約書など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83464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第5回：AIはどれが使いやすい？3ツール徹底比較（9分）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</a:rPr>
              <a:t>🎯 Claude・Gemini・ChatGPTの特徴を理解し、使い分け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3AI比較実演 | ChatGPT：速く簡潔 | Gemini：日本語対応 | Claude：詳細で網羅的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学習成果・到達目標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第1回受講後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GAS×AIの全体像を理解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開発の流れをイメージ可能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057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7863840" cy="8229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19456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860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第3回受講後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60604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日報アプリを自力で構築・公開可能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81635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Googleフォーム + GAS連携をマスター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3063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</a:rPr>
              <a:t>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200400"/>
            <a:ext cx="54864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918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第5回受講後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61188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自分の業務に合わせたアプリを設計・構築可能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ChatGPT / Gemini / Claudeの使い分けが可能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02336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148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🎓 事務職がIT部門に依存せず、自力で業務アプリを内製できるようになる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技術構成（すべて無料で利用可能）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4389120"/>
              </a:tblGrid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要素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ツール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特徴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フロントエンド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Googleフォーム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無料、ノーコード、データ自動集計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バックエンド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Google Apps Script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無料、JavaScript、連携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データベース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Googleスプレッドシート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無料、自動集計、同期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ドキュメント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Google Docs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無料、テンプレート、PDF変換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公開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Googleサイト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無料、埋め込み、社内共有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AI支援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ChatGPT/Gemini/Claude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コード生成、仕様案作成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3840480"/>
            <a:ext cx="36576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</a:rPr>
              <a:t>💡 すべてGoogle Workspaceの無料機能で実現 | 追加費用ゼロで実用的なアプリが作れる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実装パターン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3931920" cy="2926080"/>
          </a:xfrm>
          <a:prstGeom prst="rect">
            <a:avLst/>
          </a:prstGeom>
          <a:solidFill>
            <a:srgbClr val="F9FAFB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パターン1：日報管理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36576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Googleフォーム入力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395728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514600"/>
            <a:ext cx="36576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146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トリガー起動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898648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017520"/>
            <a:ext cx="36576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17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GASコード実行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3401568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520440"/>
            <a:ext cx="36576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20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スプレッドシート保存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60" y="3904488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4023360"/>
            <a:ext cx="36576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23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Googleサイト表示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463040"/>
            <a:ext cx="3931920" cy="2926080"/>
          </a:xfrm>
          <a:prstGeom prst="rect">
            <a:avLst/>
          </a:prstGeom>
          <a:solidFill>
            <a:srgbClr val="F9FAFB"/>
          </a:solidFill>
          <a:ln w="254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パターン2：見積書生成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37760" y="201168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2011680"/>
            <a:ext cx="36576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20116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データ準備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2395728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37760" y="251460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2514600"/>
            <a:ext cx="36576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25146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GASコード実行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2898648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937760" y="301752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3017520"/>
            <a:ext cx="36576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30175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Docsテンプレート読込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3401568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37760" y="352044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937760" y="3520440"/>
            <a:ext cx="36576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3520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データ差し込み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92240" y="3904488"/>
            <a:ext cx="4572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↓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937760" y="4023360"/>
            <a:ext cx="3566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4937760" y="4023360"/>
            <a:ext cx="36576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5074920" y="40233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PDF化・Drive保存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実装例1：日報管理システム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📝 入力 → 📊 集計 → 🌐 共有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20040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効果：作成時間33%削減 | 集計時間83%削減 | リアルタイム共有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実装例2：見積書自動生成システム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📊 データ準備 → 📝 テンプレート → 📄 PDF出力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20040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効果：作成時間75%削減 | 転記ミスほぼゼロ | 一括生成可能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AI使い分けガイド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目的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推奨AI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理由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コード生成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ChatGPT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簡潔で実用的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仕様書作成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Gemini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表形式、日本語自然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詳細説明・学習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Claude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セキュリティ配慮、丁寧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017520"/>
            <a:ext cx="2651760" cy="1188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3017520"/>
            <a:ext cx="26517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ChatGPT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74720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速く簡潔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コード生成が得意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931920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実用的な回答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3017520"/>
            <a:ext cx="2651760" cy="1188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" name="Shape 9"/>
          <p:cNvSpPr/>
          <p:nvPr/>
        </p:nvSpPr>
        <p:spPr>
          <a:xfrm>
            <a:off x="3474720" y="3017520"/>
            <a:ext cx="26517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Gemini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657600" y="3474720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日本語対応が自然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0" y="3703320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表形式で分かりやすい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0" y="3931920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Google連携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0" y="3017520"/>
            <a:ext cx="2651760" cy="11887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3017520"/>
            <a:ext cx="26517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Claude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3474720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詳細で網羅的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92240" y="3703320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セキュリティ配慮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92240" y="3931920"/>
            <a:ext cx="2286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• 丁寧な説明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受講対象者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こんな方におすすめ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不要なスキル・環境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✅ 事務職で業務効率化に関心がある方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✅ プログラミング未経験だが学んでみたい方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✅ Google Workspaceを使用している方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✅ IT部門に依存せず改善したい方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❌ プログラミング経験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❌ IT専門知識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❌ 有料ツール・ソフト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788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❌ IT部門のサポート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74904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404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</a:rPr>
              <a:t>必要なもの：Webブラウザ | Googleアカウント | 学ぶ意欲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よくある質問（Q&amp;A）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Q1. プログラミング経験がなくても大丈夫ですか？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A1. はい、大丈夫です。AIがコードを生成してくれるので、コピー&amp;ペーストができれば実装可能です。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Q2. 費用はかかりますか？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A2. 無料で受講できます。使用するツールもすべて無料なので、追加費用は一切かかりません。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Q3. どれくらいの時間で学習できますか？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A3. 全5回、合計47分です。1回あたり9〜10分なので、スキマ時間で学習を進められます。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65760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Q4. 自分の業務にも応用できますか？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A4. はい、応用できます。請求書、勤怠管理、在庫管理など他の業務アプリにも応用可能です。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よくある質問（Q&amp;A）- 続き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Q5. どのAIを使えばいいですか？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A5. 第5回の講座で3つのAIを徹底比較します。目的別の使い分け方が分かります。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Q6. IT部門の承認は必要ですか？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A6. Google Workspaceを使用している企業であれば、多くの場合は不要です。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Q7. 作成したアプリを他の人と共有できますか？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A7. はい、可能です。Googleの共有機能を使えば、簡単に共有できます。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65760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Q8. 講座のサポートはありますか？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A8. 各動画には受講者用教材とAIプロンプト集が付属しています。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受講の流れ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371600"/>
            <a:ext cx="54864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137160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14173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STEP 1：動画視聴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1664208"/>
            <a:ext cx="5120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各動画（9〜10分）を視聴し、全体の流れを把握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947672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28800" y="2011680"/>
            <a:ext cx="54864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201168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20574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STEP 2：教材確認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2304288"/>
            <a:ext cx="5120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動画と合わせて受講者用教材で復習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587752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</a:rPr>
              <a:t>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828800" y="2651760"/>
            <a:ext cx="54864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265176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26974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STEP 3：実践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2944368"/>
            <a:ext cx="5120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AIプロンプト集を使って実際に構築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3227832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</a:rPr>
              <a:t>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828800" y="3291840"/>
            <a:ext cx="54864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329184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2011680" y="33375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STEP 4：動作確認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011680" y="3584448"/>
            <a:ext cx="5120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作成したアプリが正しく動くかテスト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867912"/>
            <a:ext cx="5486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828800" y="3931920"/>
            <a:ext cx="548640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828800" y="393192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39776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</a:rPr>
              <a:t>STEP 5：応用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011680" y="4224528"/>
            <a:ext cx="51206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学んだ知識を自分の業務に応用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まとめ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この講座で得られること：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✅ プログラミング未経験でも業務アプリを自力で構築できる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✅ 月12.3時間の非効率業務を削減（年間約100時間）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✅ 日報・見積書アプリを47分で習得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✅ IT部門に依存せず、自分で改善できる力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✅ ChatGPT / Gemini / Claudeの使い分けスキル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7680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✅ すべて無料で実践可能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7863840" cy="6400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474720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20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【最大の価値】事務職が自らITツールを使いこなし、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業務を効率化できる「自走力」が身につく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solidFill>
            <a:srgbClr val="EFF6FF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40AF"/>
                </a:solidFill>
              </a:rPr>
              <a:t>👉 今すぐ第1回から始めてみましょう！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お問い合わせ・リソース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📁 講座リソース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講座動画：全5回（合計47分）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受講者用教材：materials.html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AIプロンプト集：prompts.txt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サンプルコード：demo_code/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10972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3464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💻 推奨環境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Webブラウザ（Chrome、Edge、Safari等）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Googleアカウント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7680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インターネット接続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GAS×生成AIでつくる！事務職のための業務Webアプリ内製化講座</dc:title>
  <dc:subject>PptxGenJS Presentation</dc:subject>
  <dc:creator>GAS×AI Course</dc:creator>
  <cp:lastModifiedBy>GAS×AI Course</cp:lastModifiedBy>
  <cp:revision>1</cp:revision>
  <dcterms:created xsi:type="dcterms:W3CDTF">2025-10-27T11:04:27Z</dcterms:created>
  <dcterms:modified xsi:type="dcterms:W3CDTF">2025-10-27T11:04:27Z</dcterms:modified>
</cp:coreProperties>
</file>